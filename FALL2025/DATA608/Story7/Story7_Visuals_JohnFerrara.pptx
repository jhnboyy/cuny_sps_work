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87" d="100"/>
          <a:sy n="87" d="100"/>
        </p:scale>
        <p:origin x="80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0A157-9282-65B2-9F05-A8F613D4A6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2DE053-BB48-F5B4-FC29-47D9A88C8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BFD05-C22F-377B-5933-BE91A057B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0281B-11E1-C5A3-A08E-F6A440B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A8739-D4BA-C6EF-4B18-6DF43CB59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448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88348-9C9F-B80F-F974-D2B6F86EF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9B78E-2168-05A6-7008-FFDACAB95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9CED2-152F-253B-92E5-82C35662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95BEC-5B24-D48C-A66A-95F3F030F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195A5A-C8BE-C3A2-E42C-4C744C40E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491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170C-AF4B-108F-4543-CFA08C402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CB4B6-FB91-3761-4581-070A3A3C94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B04F4-84AB-829F-CDE8-51DE5FBCE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B0DA3-1327-83E1-8426-72BA89C09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471E5-CFFE-4537-5BF1-5DB11293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06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B0416-7CFB-C46C-534B-0A9F0F20D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76B35-D8B3-DFA9-65A6-B17ACE2955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B85462-2CA2-B63C-DB07-4479E3E350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BCE6D5-538E-5868-94D9-E025381E1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06307-6046-EB47-EC38-F1D7118C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084105-F5E8-8919-4B70-06F3BF65B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200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DDA8D-E0C8-F949-AA9B-14AE03AA5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5E85E-B35D-19C3-C863-6B33923E8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55838B-68F2-2EB3-0909-6690254C13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EE994-AE32-3F4C-6A46-F969577A1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0E582B-8738-FDA6-7C9E-DD92D7DFFB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503C72-48FB-1496-422A-AA16A5FCD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F5BBC3-C985-2137-E27A-365EB337A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138024-00B0-C86E-4D97-8BEF1689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298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84B8-C2DE-5C38-1B6F-7C7A10BF7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575935-E62C-C998-5D94-756ED4199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3FD71E-D1FC-EF6A-E5C7-DB18FB2F7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EA103-972A-BD25-9AF4-6E111FF1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37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6A2946-B190-6EE2-593C-505E6E611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8D6491-F4C5-C606-781A-1B166BB8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DE83-A1DC-F325-4F66-A3AFF1F0B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1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CA9BD-D2D6-AE85-31E0-FEB68E52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3DCB4-B815-9C6E-B328-29A175A95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FFAF7E-67A4-C91D-4349-423BE4FC2E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96CA14-B99F-E1D6-43FA-3D7ECE408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67F57-2172-54C7-F434-1EF2E124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A07A2F-213A-1EE7-9170-E27A57496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901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58E8F-E428-CDFC-A9AF-0857599CB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EB16A9-6542-AAA1-679E-067BDAE36B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05D783-53A4-C0AF-A25E-831369E3E3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6EDFA9-8EDC-D2D3-85AD-8AC73F9FF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9BF0D-7CC1-AA87-5B9E-971B73484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AB827-6951-D820-5C1C-69F583FBD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415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F2EA1-FD5C-AEC5-F5B6-82530F5F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7F8620-0417-43D5-D724-232EC8758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82F41-6402-B9DF-1C54-1D0E3C6D5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2A0D9-7F49-5636-278A-13535B87B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BBB7A-4FE7-F575-1B35-B7CDA64C2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750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CB7689-49FA-0CDD-6517-2D89A2C57D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863FFD-F842-EE16-8606-987FA23040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3F988-DADC-BDEA-7EA2-698B12EAC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DB44C-E8FC-A63B-3F50-6D6C824BC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3C62B-2EB9-BF1F-9D95-6FB619669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73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44C746-C25C-6F4B-D67F-4E5DB43A3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61522-0DDE-B6B4-1114-FD9AC2805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7954C-8519-55C4-4AF0-2E03F36AD4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746C5B-94FE-4204-A588-47E9A6D3004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BD255-ABF5-FF8D-3A00-F1A979A676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54B3D-FDFE-D0C4-2575-3FE17E5B91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59A75E-CD39-4CE8-9E3B-8346477B1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74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AA265-A984-3BE9-535A-9037D287F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8855" y="781777"/>
            <a:ext cx="10214290" cy="306877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311271-7D0A-CDF0-E460-99E48612B4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2B60D5-A337-4E30-6B49-FC28962BD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55" y="181652"/>
            <a:ext cx="10560928" cy="6498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73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2EE7A-E9C0-9CE4-64A1-8A08ED927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aph of different shades of brown&#10;&#10;AI-generated content may be incorrect.">
            <a:extLst>
              <a:ext uri="{FF2B5EF4-FFF2-40B4-BE49-F238E27FC236}">
                <a16:creationId xmlns:a16="http://schemas.microsoft.com/office/drawing/2014/main" id="{4335D5E0-B2EF-F400-EA58-26AC14FB4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785" y="0"/>
            <a:ext cx="103504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0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F992B-DD07-DFF9-FFD1-EF5FAF3B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showing a number of different colored bars&#10;&#10;AI-generated content may be incorrect.">
            <a:extLst>
              <a:ext uri="{FF2B5EF4-FFF2-40B4-BE49-F238E27FC236}">
                <a16:creationId xmlns:a16="http://schemas.microsoft.com/office/drawing/2014/main" id="{319A431B-A217-90D1-5099-234CF571B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6215"/>
            <a:ext cx="12192000" cy="6265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041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58116493-03C5-5C70-0017-8BE32C5262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785" y="0"/>
            <a:ext cx="103504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72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Ferrara</dc:creator>
  <cp:lastModifiedBy>John Ferrara</cp:lastModifiedBy>
  <cp:revision>2</cp:revision>
  <dcterms:created xsi:type="dcterms:W3CDTF">2025-12-05T16:54:42Z</dcterms:created>
  <dcterms:modified xsi:type="dcterms:W3CDTF">2025-12-08T20:42:47Z</dcterms:modified>
</cp:coreProperties>
</file>