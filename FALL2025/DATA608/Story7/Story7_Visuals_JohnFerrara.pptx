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A157-9282-65B2-9F05-A8F613D4A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DE053-BB48-F5B4-FC29-47D9A88C8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FD05-C22F-377B-5933-BE91A057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0281B-11E1-C5A3-A08E-F6A440B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A8739-D4BA-C6EF-4B18-6DF43CB5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4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8348-9C9F-B80F-F974-D2B6F86E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9B78E-2168-05A6-7008-FFDACAB95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9CED2-152F-253B-92E5-82C35662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95BEC-5B24-D48C-A66A-95F3F030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95A5A-C8BE-C3A2-E42C-4C744C40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91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170C-AF4B-108F-4543-CFA08C402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CB4B6-FB91-3761-4581-070A3A3C9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B04F4-84AB-829F-CDE8-51DE5FBC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B0DA3-1327-83E1-8426-72BA89C0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471E5-CFFE-4537-5BF1-5DB11293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0416-7CFB-C46C-534B-0A9F0F20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6B35-D8B3-DFA9-65A6-B17ACE295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85462-2CA2-B63C-DB07-4479E3E35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CE6D5-538E-5868-94D9-E025381E1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06307-6046-EB47-EC38-F1D7118C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84105-F5E8-8919-4B70-06F3BF65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0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DA8D-E0C8-F949-AA9B-14AE03AA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5E85E-B35D-19C3-C863-6B33923E8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5838B-68F2-2EB3-0909-6690254C1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EE994-AE32-3F4C-6A46-F969577A1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E582B-8738-FDA6-7C9E-DD92D7DFF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03C72-48FB-1496-422A-AA16A5FC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5BBC3-C985-2137-E27A-365EB337A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38024-00B0-C86E-4D97-8BEF1689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9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84B8-C2DE-5C38-1B6F-7C7A10BF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75935-E62C-C998-5D94-756ED419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FD71E-D1FC-EF6A-E5C7-DB18FB2F7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EA103-972A-BD25-9AF4-6E111FF1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A2946-B190-6EE2-593C-505E6E61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D6491-F4C5-C606-781A-1B166BB8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ADE83-A1DC-F325-4F66-A3AFF1F0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1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A9BD-D2D6-AE85-31E0-FEB68E52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3DCB4-B815-9C6E-B328-29A175A95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FAF7E-67A4-C91D-4349-423BE4FC2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6CA14-B99F-E1D6-43FA-3D7ECE40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67F57-2172-54C7-F434-1EF2E124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07A2F-213A-1EE7-9170-E27A5749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0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8E8F-E428-CDFC-A9AF-0857599C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B16A9-6542-AAA1-679E-067BDAE36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05D783-53A4-C0AF-A25E-831369E3E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EDFA9-8EDC-D2D3-85AD-8AC73F9F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9BF0D-7CC1-AA87-5B9E-971B7348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AB827-6951-D820-5C1C-69F583FB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1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F2EA1-FD5C-AEC5-F5B6-82530F5F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F8620-0417-43D5-D724-232EC8758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82F41-6402-B9DF-1C54-1D0E3C6D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2A0D9-7F49-5636-278A-13535B87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BBB7A-4FE7-F575-1B35-B7CDA64C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5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B7689-49FA-0CDD-6517-2D89A2C57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63FFD-F842-EE16-8606-987FA2304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3F988-DADC-BDEA-7EA2-698B12EA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DB44C-E8FC-A63B-3F50-6D6C824B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3C62B-2EB9-BF1F-9D95-6FB61966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7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C746-C25C-6F4B-D67F-4E5DB43A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61522-0DDE-B6B4-1114-FD9AC280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7954C-8519-55C4-4AF0-2E03F36A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46C5B-94FE-4204-A588-47E9A6D3004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BD255-ABF5-FF8D-3A00-F1A979A67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4B3D-FDFE-D0C4-2575-3FE17E5B9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9A75E-CD39-4CE8-9E3B-8346477B1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4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A265-A984-3BE9-535A-9037D287F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855" y="781777"/>
            <a:ext cx="10214290" cy="30687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11271-7D0A-CDF0-E460-99E48612B4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B60D5-A337-4E30-6B49-FC28962BD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55" y="181652"/>
            <a:ext cx="10560928" cy="649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3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2EE7A-E9C0-9CE4-64A1-8A08ED92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different shades of brown&#10;&#10;AI-generated content may be incorrect.">
            <a:extLst>
              <a:ext uri="{FF2B5EF4-FFF2-40B4-BE49-F238E27FC236}">
                <a16:creationId xmlns:a16="http://schemas.microsoft.com/office/drawing/2014/main" id="{4335D5E0-B2EF-F400-EA58-26AC14FB4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85" y="0"/>
            <a:ext cx="10350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10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992B-DD07-DFF9-FFD1-EF5FAF3B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a number of countries/regions&#10;&#10;AI-generated content may be incorrect.">
            <a:extLst>
              <a:ext uri="{FF2B5EF4-FFF2-40B4-BE49-F238E27FC236}">
                <a16:creationId xmlns:a16="http://schemas.microsoft.com/office/drawing/2014/main" id="{78146B82-4B28-FC56-2087-241FB471F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05" y="50285"/>
            <a:ext cx="10945390" cy="675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41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Ferrara</dc:creator>
  <cp:lastModifiedBy>John Ferrara</cp:lastModifiedBy>
  <cp:revision>1</cp:revision>
  <dcterms:created xsi:type="dcterms:W3CDTF">2025-12-05T16:54:42Z</dcterms:created>
  <dcterms:modified xsi:type="dcterms:W3CDTF">2025-12-05T16:57:32Z</dcterms:modified>
</cp:coreProperties>
</file>