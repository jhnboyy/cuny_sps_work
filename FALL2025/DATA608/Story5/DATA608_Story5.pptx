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4348E-C716-4E1F-93FF-FA6DDADDE5AA}" v="221" dt="2025-11-12T15:28:39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ECA3-FD14-62FC-AF03-57FF4D995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72F73-9F49-5CE8-A0A1-878AB9A36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775F6-AC92-0430-8F3B-A03D23C6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56391-2E0D-6209-21B0-EFCEBE41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7B121-A84C-5E57-8608-739F95D1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4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E741-90E8-9CB4-27D4-98BA06C0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85A3-289B-098E-E051-24EEFEC50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3790F-A6B0-48DB-D526-8AC70C84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DF1E1-BFEA-DD1B-57A7-9D804219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96AF3-CB3A-7F19-F5EB-2364311C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0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6AA2-16E0-1E7F-1989-49E46908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EE11E-4AB6-A395-9552-482B2680A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ACCB2-35DC-CE9A-76B9-36E845C1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36877-ACDE-400A-33B6-2D1D73F7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DE9BB-0085-0D07-E4D0-34578D04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9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E6AF-90A4-58DF-6318-A765B453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76A9-3219-0E9A-CBFF-46F515DB1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6FA9A-2739-01FD-9119-4F8EA60B0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34E3D-A840-369D-0316-57DF55F1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638B4-A465-A6E6-3072-679AF156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8471B-11AC-2BBC-2685-FB3BE985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6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997B-CFD2-662A-6ACF-C15A8621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10E7E-0DC4-0238-FD66-B1BF3974C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14D8A-B1CD-E5FF-2C29-E2C10985F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70D60-A3B2-2CC9-0E79-8FC27F09A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B5C8D-F8FE-AFB0-3869-976CED697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EAF5E-E2E3-F367-99C7-D620F438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56F95-B559-64F7-FAEC-45FA9C6A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B83BF-F337-F522-CA85-95CD8F83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4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F402-2695-E13A-A800-425A9235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CE01-54FE-B1E7-608A-F6BC3058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DA68E-2CAB-4DD9-72C5-2ADD836F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5B6FC-A50A-6384-DB2D-841132BB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3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1FF9A-8215-BCA7-B47F-07D363C2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C26BC-3C81-4E40-821A-C3D0A221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33FE1-CAA0-B3D8-B5C7-6B80B95B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7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A46F-4147-889A-AF16-009FDA11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3DE8C-23AA-4B76-6F20-DC16EA7E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A1BAE-C683-4581-D739-0805CDDEE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B04BD-1E0A-1928-3D82-39B33CA2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18ED-9F2B-EA4B-ACB6-E9020071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B3E66-7B42-06C8-0E40-019E4430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5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FC12-EB13-ADF3-CB69-515D1775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5D825-001C-E83E-36A7-C16F89094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C9CEA-9EBF-95A8-8172-8EE6BAD26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E9A81-307C-2E88-2710-47B4B1E6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DB4CD-802C-7E15-D75C-C1E834B7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7833E-7F9C-76C8-9214-0BC129A8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2D72-E9FB-C8FF-1588-72FC8353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28BD7-B869-BBF8-658F-89CF60B2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E8497-4C9B-D924-79AE-B8798FCD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87FEE-42C3-8DB3-B69B-FA526798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1B34-5C10-EEEC-63DA-7DC90C72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1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23DC3-8AB5-CFEF-4EAD-D879FC79C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AF573-EA5A-A54B-6DF5-6989160D4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3E65A-634B-C4F8-AEA7-1AFE430E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E875-2FBA-A74A-537B-4481535B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D7725-FFF0-48E0-4381-45E9B9D3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8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43F02-73B5-88E7-BAEF-BDB151A8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6026-2CAA-FAB8-0F4E-9C98BFDBB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FA6EC-BB7B-7544-1761-B283E954E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843D3-65E8-459D-B413-0FA1895B9CC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3B68-22A9-BD0E-37AC-8C16A9B79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BBCF9-F60E-8E93-583E-0AF5A4109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1A10A-95C2-4C97-92EF-853C8B8B0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5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956989-7262-B6AE-AE6E-1B7EA6F9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2707175" y="-141909"/>
            <a:ext cx="7455928" cy="7141818"/>
          </a:xfrm>
          <a:prstGeom prst="rect">
            <a:avLst/>
          </a:prstGeom>
        </p:spPr>
      </p:pic>
      <p:pic>
        <p:nvPicPr>
          <p:cNvPr id="17" name="Picture 16" descr="A graph on a screen&#10;&#10;AI-generated content may be incorrect.">
            <a:extLst>
              <a:ext uri="{FF2B5EF4-FFF2-40B4-BE49-F238E27FC236}">
                <a16:creationId xmlns:a16="http://schemas.microsoft.com/office/drawing/2014/main" id="{28AC869F-87ED-AAB4-4650-2DAD0DD5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53" y="80765"/>
            <a:ext cx="10482093" cy="669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9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10DC-C3CD-A945-6286-395F9968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torm Clipart Tropical Storm - Hurricane Png (1024x1024)">
            <a:extLst>
              <a:ext uri="{FF2B5EF4-FFF2-40B4-BE49-F238E27FC236}">
                <a16:creationId xmlns:a16="http://schemas.microsoft.com/office/drawing/2014/main" id="{84D311B8-3A76-84BF-AB77-D977EC314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041" y="177351"/>
            <a:ext cx="6572548" cy="650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90D5AB9F-3FED-51F9-D0B2-2271F922B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30473"/>
            <a:ext cx="11905512" cy="679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2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E3331-8EBC-8BC3-BF95-D3009851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77BD4B5-EF97-8D23-15E8-1A1538D9E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751" y="0"/>
            <a:ext cx="4852206" cy="724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3BA077EA-844C-DC46-48C8-18DCEFB99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8" y="28949"/>
            <a:ext cx="11963424" cy="680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5FF56-9F90-90BA-49E7-D0933BC2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hat Type of Damages Can a Hurricane Cause? | SERVPRO">
            <a:extLst>
              <a:ext uri="{FF2B5EF4-FFF2-40B4-BE49-F238E27FC236}">
                <a16:creationId xmlns:a16="http://schemas.microsoft.com/office/drawing/2014/main" id="{985C6DE6-3A2A-C843-4C5D-DDB7D88A8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773679" cy="851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background with a line&#10;&#10;AI-generated content may be incorrect.">
            <a:extLst>
              <a:ext uri="{FF2B5EF4-FFF2-40B4-BE49-F238E27FC236}">
                <a16:creationId xmlns:a16="http://schemas.microsoft.com/office/drawing/2014/main" id="{25A80E6C-4848-C3D2-7441-6EF4989AF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68" y="38093"/>
            <a:ext cx="11902464" cy="67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7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Ferrara</dc:creator>
  <cp:lastModifiedBy>John Ferrara</cp:lastModifiedBy>
  <cp:revision>3</cp:revision>
  <dcterms:created xsi:type="dcterms:W3CDTF">2025-11-12T15:10:32Z</dcterms:created>
  <dcterms:modified xsi:type="dcterms:W3CDTF">2025-11-15T17:16:42Z</dcterms:modified>
</cp:coreProperties>
</file>